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3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68" d="100"/>
          <a:sy n="68" d="100"/>
        </p:scale>
        <p:origin x="927" y="5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3FECF-2D3F-E349-633E-169E50713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7D3618-AF75-2D7F-C98F-9C29545DC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C32FA-52F1-AC51-439F-F82A5492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6A796-6AC8-5828-5146-596781AD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EE252-1460-A11B-31C5-A3EA1417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8897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99A1B-0498-A0BD-DC97-E8E8E632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ABD93-825C-8A76-0B17-5F9D73028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A93B42-6D62-3F10-70AA-5CF1A711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C1B036-74F3-0937-292F-D088B21E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4B674-1AAC-E963-51CA-C9F84120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12817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E410D-9DEC-301B-DD31-B9BFEDE2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A1670D-F347-30A2-EE8E-AEECDB46E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A30B0-5B49-33C0-054C-1D2D5345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C1E0A3-F90D-8021-9D69-64B21F12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B809E0-4D76-C246-F019-6AC422A5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8519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4FAC7-8159-FF19-B9B1-9BA4DF38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36A01-C619-A975-8F31-1C97837E7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FBD164-5B81-F3A5-4B1D-DFB88E710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B4B0F3-8A76-6DA3-DE15-46913436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71E535-3AA2-150B-F489-30220DA55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B098B0-A85E-40B8-DC35-507B45C0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3163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E399F-5E38-5FD8-3D3B-89A3DB19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AC655-D579-AE26-B0A9-E490F1E8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AC112A-4A07-34CE-6730-760D80023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069465-8515-6099-2ABD-CB762DD4A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2380E0-B628-3CA2-4D36-5866E34FE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CA1DC5-EDC3-4E1A-49E3-C39F8157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C49118-D7C3-9BFB-250E-E921252EB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573D24-E692-3CE2-E0D5-2A0C7507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16676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69D0E-6756-1310-2370-5CC5F424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5C05EF-864C-AE93-16D7-96D8840D4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99562D-9500-E854-05D1-2496ED88D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791E07-1A84-56E7-8352-4B9B6D4B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2375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827F6C-3290-2F93-EA23-0B5812F75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FA7C31-BF81-654A-2823-A3529084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76B9CD-7168-B5E0-7488-4F212B9D8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70807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88852-B872-3D53-455E-F5EB4B717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B71B29-1F2E-A6C2-D86F-B7FAACEC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E13656-FDBA-C7ED-0E52-3FE3EF340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36F9E6-0CCD-7C45-EED1-0C5AB972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23DE22-3273-88DD-10F0-19889EEB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99F122-6F24-601B-55CB-9A3DFBD8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37265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F8AD3-2D16-05D2-645D-9C6FCFC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02AD84-C29B-089D-18F3-E7B7AAA2C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F1BDA2-8649-5437-42A7-670AE77DD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738CB3-5AD2-01BB-14E6-D4C83E91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F1A683-5CA6-F8A2-C375-54499921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4322F7-28F2-377D-F18C-9BE8AD19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46336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976CA-CC2C-9369-470F-F2604247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F0B6D3-D7A4-013B-86A1-4D751D8F1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9E1AA-E759-AAD6-07C1-5E75F200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B506D6-1441-8DF3-82DA-D2D4E2FF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35F37-DB9D-F44C-50A0-AF7EDD11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12467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351D6B-B0F2-95E2-11F8-B972E8DC1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8610F2-22E1-5F77-3088-FCE7C9FEF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FDCF60-E247-82A3-D333-EB0372D41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6EF59E-0ECF-005A-C64B-DBC86AF1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403EF0-C0F6-82AC-20D8-BBD6ABE8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115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703AAAF-10AD-04A5-DAED-FA6E67721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9D830-B588-A8B6-21EC-412323514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761E29-7737-D076-241C-BC7DED551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439F6-6F55-4613-AD13-CAD6928F6E4A}" type="datetimeFigureOut">
              <a:rPr lang="zh-SG" altLang="en-US" smtClean="0"/>
              <a:t>19/4/2026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E869A-9F2A-A294-84D9-779BCFA0F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1DF13-BAB1-7C02-02A1-B2BCE32E4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2D46C-60D9-4956-823D-33F78A9E05D3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9680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EC98227-9EC1-3396-B96D-C498D052A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35687" cy="685245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CF14734-4081-0435-1EF8-EA567AA42865}"/>
              </a:ext>
            </a:extLst>
          </p:cNvPr>
          <p:cNvSpPr/>
          <p:nvPr/>
        </p:nvSpPr>
        <p:spPr>
          <a:xfrm>
            <a:off x="5630463" y="1169194"/>
            <a:ext cx="1700215" cy="834627"/>
          </a:xfrm>
          <a:prstGeom prst="rect">
            <a:avLst/>
          </a:prstGeom>
          <a:solidFill>
            <a:srgbClr val="FF631B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951D11-4DD7-40BC-75B7-B2E3F54C4ACB}"/>
              </a:ext>
            </a:extLst>
          </p:cNvPr>
          <p:cNvSpPr txBox="1"/>
          <p:nvPr/>
        </p:nvSpPr>
        <p:spPr>
          <a:xfrm>
            <a:off x="5670947" y="1181100"/>
            <a:ext cx="1665841" cy="638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55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宁滁线</a:t>
            </a:r>
            <a:endParaRPr lang="zh-SG" altLang="en-US" sz="355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AE0DDE-9091-DEE4-4918-E9B04A95F915}"/>
              </a:ext>
            </a:extLst>
          </p:cNvPr>
          <p:cNvSpPr txBox="1"/>
          <p:nvPr/>
        </p:nvSpPr>
        <p:spPr>
          <a:xfrm>
            <a:off x="5650707" y="1669649"/>
            <a:ext cx="1736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sz="1184" dirty="0">
                <a:latin typeface="方正黑体_GBK" panose="03000509000000000000" pitchFamily="65" charset="-122"/>
                <a:ea typeface="方正黑体_GBK" panose="03000509000000000000" pitchFamily="65" charset="-122"/>
              </a:rPr>
              <a:t>Nanjing-</a:t>
            </a:r>
            <a:r>
              <a:rPr lang="en-US" altLang="zh-SG" sz="1184" dirty="0" err="1">
                <a:latin typeface="方正黑体_GBK" panose="03000509000000000000" pitchFamily="65" charset="-122"/>
                <a:ea typeface="方正黑体_GBK" panose="03000509000000000000" pitchFamily="65" charset="-122"/>
              </a:rPr>
              <a:t>Chuzhou</a:t>
            </a:r>
            <a:r>
              <a:rPr lang="en-US" altLang="zh-SG" sz="1184" dirty="0">
                <a:latin typeface="方正黑体_GBK" panose="03000509000000000000" pitchFamily="65" charset="-122"/>
                <a:ea typeface="方正黑体_GBK" panose="03000509000000000000" pitchFamily="65" charset="-122"/>
              </a:rPr>
              <a:t> Line</a:t>
            </a:r>
            <a:endParaRPr lang="zh-SG" altLang="en-US" sz="1184" dirty="0">
              <a:latin typeface="方正黑体_GBK" panose="03000509000000000000" pitchFamily="65" charset="-122"/>
              <a:ea typeface="方正黑体_GBK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386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方正黑体_GBK</vt:lpstr>
      <vt:lpstr>微软雅黑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Umamichi Kagurazaka</dc:creator>
  <cp:lastModifiedBy>Umamichi Kagurazaka</cp:lastModifiedBy>
  <cp:revision>2</cp:revision>
  <dcterms:created xsi:type="dcterms:W3CDTF">2026-04-18T20:24:02Z</dcterms:created>
  <dcterms:modified xsi:type="dcterms:W3CDTF">2026-04-18T20:40:05Z</dcterms:modified>
</cp:coreProperties>
</file>